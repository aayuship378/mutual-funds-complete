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MF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Mutual Fund Analytics, Dashboard, and Final Deliverables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mutual fund performance, investor SIP behavior, and portfolio concentration.</a:t>
            </a:r>
          </a:p>
          <a:p>
            <a:pPr/>
            <a:r>
              <a:t>Deliver a clean analytics pipeline, advanced risk insights, and intuitive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NAV history, scheme performance, investor transactions, holdings, and benchmark indices.</a:t>
            </a:r>
          </a:p>
          <a:p>
            <a:pPr/>
            <a:r>
              <a:t>Derived analytics use cleaned tables and a SQLite-loaded star schema.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 source files → cleaning → SQLite warehouse → EDA and advanced analytics → dashboard export.</a:t>
            </a:r>
          </a:p>
          <a:p>
            <a:pPr/>
            <a:r>
              <a:t>Final outputs include PDF report, PPTX presentation, and dashboard visuals.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SIP inflows show strong monthly growth and category-level variation.</a:t>
            </a:r>
          </a:p>
          <a:p>
            <a:pPr/>
            <a:r>
              <a:t>AUM concentration remains highest among top large-cap fund houses.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Investor cohorts reveal higher ticket sizes in newer SIP cohorts.</a:t>
            </a:r>
          </a:p>
          <a:p>
            <a:pPr/>
            <a:r>
              <a:t>State and age analytics highlight regional and demographic investment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 funds ranked using a composite score with Sharpe, alpha, expense ratio, and drawdown.</a:t>
            </a:r>
          </a:p>
          <a:p>
            <a:pPr/>
            <a:r>
              <a:t>VaR and CVaR quantify downside risk across all 40 schemes.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Rolling 90-day Sharpe highlights changing risk-adjusted returns for key funds.</a:t>
            </a:r>
          </a:p>
          <a:p>
            <a:pPr/>
            <a:r>
              <a:t>Sector HHI distinguishes concentrated vs diversified equity portfolios.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 1</a:t>
            </a:r>
          </a:p>
        </p:txBody>
      </p:sp>
      <p:pic>
        <p:nvPicPr>
          <p:cNvPr id="3" name="Picture 2" descr="dashboard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00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 2</a:t>
            </a:r>
          </a:p>
        </p:txBody>
      </p:sp>
      <p:pic>
        <p:nvPicPr>
          <p:cNvPr id="3" name="Picture 2" descr="dashboard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00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Value-at-risk and CVaR highlight downside vulnerability for fund selection.</a:t>
            </a:r>
          </a:p>
          <a:p>
            <a:pPr/>
            <a:r>
              <a:t>SIP continuity analysis identifies investors at risk due to large gaps.</a:t>
            </a:r>
          </a:p>
          <a:p>
            <a:pPr/>
            <a:r>
              <a:t>Concentration analysis spots funds with higher single-stock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End of presentation.</a:t>
            </a:r>
          </a:p>
          <a:p>
            <a:pPr/>
            <a:r>
              <a:t>Questions and next steps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